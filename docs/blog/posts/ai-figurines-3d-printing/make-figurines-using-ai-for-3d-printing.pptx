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71" r:id="rId10"/>
    <p:sldId id="270" r:id="rId11"/>
    <p:sldId id="269" r:id="rId12"/>
    <p:sldId id="265" r:id="rId13"/>
    <p:sldId id="268" r:id="rId14"/>
    <p:sldId id="272" r:id="rId15"/>
    <p:sldId id="261" r:id="rId16"/>
    <p:sldId id="262" r:id="rId17"/>
    <p:sldId id="263" r:id="rId18"/>
    <p:sldId id="264" r:id="rId19"/>
  </p:sldIdLst>
  <p:sldSz cx="18288000" cy="10287000"/>
  <p:notesSz cx="6858000" cy="9144000"/>
  <p:embeddedFontLst>
    <p:embeddedFont>
      <p:font typeface="Aileron" panose="020B0604020202020204" charset="0"/>
      <p:regular r:id="rId20"/>
    </p:embeddedFont>
    <p:embeddedFont>
      <p:font typeface="Aileron Bold" panose="020B0604020202020204" charset="0"/>
      <p:regular r:id="rId21"/>
    </p:embeddedFont>
    <p:embeddedFont>
      <p:font typeface="Canva Sa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7B526-16A8-2431-7193-44DA42F90E9F}" v="131" dt="2025-06-17T00:07:59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17436 23548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29871 15558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33655 10425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35270 21114 16383 0 0,'-5'10'0'0'0,"-2"3"0"0"0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40399 14772 16383 0 0,'-5'-5'0'0'0,"-2"-7"0"0"0,-5-6 0 0 0,-4-6 0 0 0,-6-3 0 0 0,-19-7 0 0 0,-7-3 0 0 0,-11-5 0 0 0,-21-6 0 0 0,-6-5 0 0 0,-5 2 0 0 0,-16 4 0 0 0,0 1 0 0 0,2 2 0 0 0,-10-1 0 0 0,-2 2 0 0 0,10 4 0 0 0,-8-3 0 0 0,12 7 0 0 0,12 9 0 0 0,-9 4 0 0 0,3 0 0 0 0,8 5 0 0 0,-6 4 0 0 0,3 5 0 0 0,12 4 0 0 0,9 2 0 0 0,12 2 0 0 0,11 1 0 0 0,9 0 0 0 0,5 0 0 0 0,5-1 0 0 0,0 1 0 0 0,7 4 0 0 0,1 2 0 0 0,5 5 0 0 0,-21 0 0 0 0,-8-2 0 0 0,-8-3 0 0 0,-14 3 0 0 0,-6-1 0 0 0,-1-1 0 0 0,8-3 0 0 0,9-1 0 0 0,15 3 0 0 0,19 0 0 0 0,14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37227 13388 16383 0 0,'0'20'0'0'0,"0"17"0"0"0,5 12 0 0 0,2 18 0 0 0,4 8 0 0 0,1-4 0 0 0,3 11 0 0 0,4-8 0 0 0,-1-7 0 0 0,7-5 0 0 0,-2-7 0 0 0,6-9 0 0 0,-2-6 0 0 0,-6-6 0 0 0,-1-8 0 0 0,1-9 0 0 0,-3-1 0 0 0,-5 0 0 0 0,-9-2 0 0 0,-11 2 0 0 0,-4 3 0 0 0,0 4 0 0 0,2 2 0 0 0,-3-2 0 0 0,-4-6 0 0 0,0-1 0 0 0,-1-2 0 0 0,1-14 0 0 0,9-18 0 0 0,11-4 0 0 0,4-5 0 0 0,1-3 0 0 0,-1-5 0 0 0,-2-3 0 0 0,-2 1 0 0 0,-1 1 0 0 0,-2 1 0 0 0,-1 3 0 0 0,0 1 0 0 0,0 0 0 0 0,0 2 0 0 0,4 4 0 0 0,3 3 0 0 0,-1 4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37253 13414 16383 0 0,'0'5'0'0'0,"5"7"0"0"0,7 1 0 0 0,6 4 0 0 0,11 3 0 0 0,4 5 0 0 0,3-4 0 0 0,0 1 0 0 0,-7 2 0 0 0,-2-4 0 0 0,-2-5 0 0 0,-4 0 0 0 0,-1-3 0 0 0,-4 2 0 0 0,0-1 0 0 0,-2 1 0 0 0,-4 5 0 0 0,2-2 0 0 0,-2 1 0 0 0,-1 3 0 0 0,-4 8 0 0 0,-2 4 0 0 0,-1 2 0 0 0,-2-1 0 0 0,0 0 0 0 0,-5-7 0 0 0,-8-2 0 0 0,-5-1 0 0 0,-11 6 0 0 0,-5-2 0 0 0,3-1 0 0 0,8 0 0 0 0,1 0 0 0 0,0 1 0 0 0,4 1 0 0 0,5 0 0 0 0,4 0 0 0 0,5 1 0 0 0,2-5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45331 16113 16383 0 0,'-6'5'0'0'0,"-5"7"0"0"0,-7 1 0 0 0,-1 4 0 0 0,4-2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customXml" Target="../ink/ink6.xml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customXml" Target="../ink/ink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310" t="-109287" b="-11954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786434" y="4208576"/>
            <a:ext cx="10365827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98"/>
              </a:lnSpc>
            </a:pPr>
            <a:r>
              <a:rPr lang="en-US" sz="7200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Make Figurines using AI for 3D printing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86434" y="2441904"/>
            <a:ext cx="8904069" cy="38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3" b="1" spc="9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UNDERSTANDING THE TOOLS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86434" y="7350883"/>
            <a:ext cx="8904069" cy="4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66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How easy and free it is</a:t>
            </a:r>
          </a:p>
        </p:txBody>
      </p:sp>
      <p:sp>
        <p:nvSpPr>
          <p:cNvPr id="6" name="Auto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86434" y="3027205"/>
            <a:ext cx="1050156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73708"/>
            <a:ext cx="8939583" cy="8939583"/>
          </a:xfrm>
          <a:custGeom>
            <a:avLst/>
            <a:gdLst/>
            <a:ahLst/>
            <a:cxnLst/>
            <a:rect l="l" t="t" r="r" b="b"/>
            <a:pathLst>
              <a:path w="8939583" h="8939583">
                <a:moveTo>
                  <a:pt x="0" y="0"/>
                </a:moveTo>
                <a:lnTo>
                  <a:pt x="8939583" y="0"/>
                </a:lnTo>
                <a:lnTo>
                  <a:pt x="8939583" y="8939584"/>
                </a:lnTo>
                <a:lnTo>
                  <a:pt x="0" y="8939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13319" y="1640114"/>
            <a:ext cx="6570346" cy="708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58"/>
              </a:lnSpc>
            </a:pPr>
            <a:r>
              <a:rPr lang="en-US" sz="723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 ChatGPT's Image Generation or Midjourney to Make a Toy Plastic Figure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449800" y="9429750"/>
            <a:ext cx="152400" cy="1714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67716" y="1813336"/>
            <a:ext cx="7599792" cy="661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410" lvl="1" indent="-253705" algn="l">
              <a:lnSpc>
                <a:spcPts val="3290"/>
              </a:lnSpc>
              <a:buFont typeface="Arial"/>
              <a:buChar char="•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Upload or Choose an Image</a:t>
            </a:r>
          </a:p>
          <a:p>
            <a:pPr marL="1014820" lvl="2" indent="-338273" algn="l">
              <a:lnSpc>
                <a:spcPts val="3290"/>
              </a:lnSpc>
              <a:buFont typeface="Arial"/>
              <a:buChar char="⚬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Start with a clear photo (portrait, object, etc.).</a:t>
            </a:r>
          </a:p>
          <a:p>
            <a:pPr marL="1014820" lvl="2" indent="-338273" algn="l">
              <a:lnSpc>
                <a:spcPts val="3290"/>
              </a:lnSpc>
              <a:buFont typeface="Arial"/>
              <a:buChar char="⚬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Choose an image with clear edges and lighting. Front-facing photos work best for 3D conversions.</a:t>
            </a:r>
          </a:p>
          <a:p>
            <a:pPr marL="507410" lvl="1" indent="-253705" algn="l">
              <a:lnSpc>
                <a:spcPts val="3290"/>
              </a:lnSpc>
              <a:buFont typeface="Arial"/>
              <a:buChar char="•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Request the Toy Plastic Style</a:t>
            </a:r>
          </a:p>
          <a:p>
            <a:pPr marL="507410" lvl="1" indent="-253705" algn="l">
              <a:lnSpc>
                <a:spcPts val="3290"/>
              </a:lnSpc>
              <a:buFont typeface="Arial"/>
              <a:buChar char="•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Ask ChatGPT:</a:t>
            </a:r>
          </a:p>
          <a:p>
            <a:pPr marL="1014820" lvl="2" indent="-338273" algn="l">
              <a:lnSpc>
                <a:spcPts val="3290"/>
              </a:lnSpc>
              <a:buFont typeface="Arial"/>
              <a:buChar char="⚬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“Convert this image into a toy-style plastic figure. Keep features but simplify and smoothen as if molded in plastic.”</a:t>
            </a:r>
          </a:p>
          <a:p>
            <a:pPr marL="507410" lvl="1" indent="-253705" algn="l">
              <a:lnSpc>
                <a:spcPts val="3290"/>
              </a:lnSpc>
              <a:buFont typeface="Arial"/>
              <a:buChar char="•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 will generate a stylized, cartoony, toy-like version of the photo with:</a:t>
            </a:r>
          </a:p>
          <a:p>
            <a:pPr marL="1014820" lvl="2" indent="-338273" algn="l">
              <a:lnSpc>
                <a:spcPts val="3290"/>
              </a:lnSpc>
              <a:buFont typeface="Arial"/>
              <a:buChar char="⚬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Smooth edges</a:t>
            </a:r>
          </a:p>
          <a:p>
            <a:pPr marL="1014820" lvl="2" indent="-338273" algn="l">
              <a:lnSpc>
                <a:spcPts val="3290"/>
              </a:lnSpc>
              <a:buFont typeface="Arial"/>
              <a:buChar char="⚬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Bright colors</a:t>
            </a:r>
          </a:p>
          <a:p>
            <a:pPr marL="1014820" lvl="2" indent="-338273" algn="l">
              <a:lnSpc>
                <a:spcPts val="3290"/>
              </a:lnSpc>
              <a:buFont typeface="Arial"/>
              <a:buChar char="⚬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Plastic-like reflections</a:t>
            </a:r>
          </a:p>
          <a:p>
            <a:pPr marL="1014820" lvl="2" indent="-338273" algn="l">
              <a:lnSpc>
                <a:spcPts val="3290"/>
              </a:lnSpc>
              <a:buFont typeface="Arial"/>
              <a:buChar char="⚬"/>
            </a:pPr>
            <a:r>
              <a:rPr lang="en-US" sz="235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Minimal textures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70" y="-262791"/>
            <a:ext cx="6457402" cy="7574665"/>
          </a:xfrm>
          <a:custGeom>
            <a:avLst/>
            <a:gdLst/>
            <a:ahLst/>
            <a:cxnLst/>
            <a:rect l="l" t="t" r="r" b="b"/>
            <a:pathLst>
              <a:path w="6457402" h="7574665">
                <a:moveTo>
                  <a:pt x="0" y="0"/>
                </a:moveTo>
                <a:lnTo>
                  <a:pt x="6457402" y="0"/>
                </a:lnTo>
                <a:lnTo>
                  <a:pt x="6457402" y="7574665"/>
                </a:lnTo>
                <a:lnTo>
                  <a:pt x="0" y="7574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98233" y="315658"/>
            <a:ext cx="6902134" cy="9022397"/>
          </a:xfrm>
          <a:custGeom>
            <a:avLst/>
            <a:gdLst/>
            <a:ahLst/>
            <a:cxnLst/>
            <a:rect l="l" t="t" r="r" b="b"/>
            <a:pathLst>
              <a:path w="6902134" h="9022397">
                <a:moveTo>
                  <a:pt x="0" y="0"/>
                </a:moveTo>
                <a:lnTo>
                  <a:pt x="6902134" y="0"/>
                </a:lnTo>
                <a:lnTo>
                  <a:pt x="6902134" y="9022397"/>
                </a:lnTo>
                <a:lnTo>
                  <a:pt x="0" y="9022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47905" y="2760835"/>
            <a:ext cx="5024334" cy="6687965"/>
          </a:xfrm>
          <a:custGeom>
            <a:avLst/>
            <a:gdLst/>
            <a:ahLst/>
            <a:cxnLst/>
            <a:rect l="l" t="t" r="r" b="b"/>
            <a:pathLst>
              <a:path w="5024334" h="6687965">
                <a:moveTo>
                  <a:pt x="0" y="0"/>
                </a:moveTo>
                <a:lnTo>
                  <a:pt x="5024334" y="0"/>
                </a:lnTo>
                <a:lnTo>
                  <a:pt x="5024334" y="6687965"/>
                </a:lnTo>
                <a:lnTo>
                  <a:pt x="0" y="6687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449800" y="94011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00013" y="713404"/>
            <a:ext cx="8325937" cy="8860193"/>
            <a:chOff x="0" y="0"/>
            <a:chExt cx="11101250" cy="11813590"/>
          </a:xfrm>
        </p:grpSpPr>
        <p:sp>
          <p:nvSpPr>
            <p:cNvPr id="3" name="AutoShape 3"/>
            <p:cNvSpPr/>
            <p:nvPr/>
          </p:nvSpPr>
          <p:spPr>
            <a:xfrm rot="131710">
              <a:off x="214668" y="200199"/>
              <a:ext cx="10671914" cy="11413192"/>
            </a:xfrm>
            <a:prstGeom prst="rect">
              <a:avLst/>
            </a:prstGeom>
            <a:solidFill>
              <a:srgbClr val="E28A39"/>
            </a:solidFill>
          </p:spPr>
        </p:sp>
        <p:grpSp>
          <p:nvGrpSpPr>
            <p:cNvPr id="4" name="Group 4"/>
            <p:cNvGrpSpPr/>
            <p:nvPr/>
          </p:nvGrpSpPr>
          <p:grpSpPr>
            <a:xfrm rot="131710">
              <a:off x="574438" y="338560"/>
              <a:ext cx="4989443" cy="5375822"/>
              <a:chOff x="0" y="0"/>
              <a:chExt cx="812800" cy="8757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7574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75743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75743"/>
                    </a:lnTo>
                    <a:lnTo>
                      <a:pt x="0" y="875743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19653" b="-19653"/>
                </a:stretch>
              </a:blipFill>
            </p:spPr>
          </p:sp>
        </p:grpSp>
        <p:grpSp>
          <p:nvGrpSpPr>
            <p:cNvPr id="6" name="Group 6"/>
            <p:cNvGrpSpPr/>
            <p:nvPr/>
          </p:nvGrpSpPr>
          <p:grpSpPr>
            <a:xfrm rot="131710">
              <a:off x="5750579" y="536972"/>
              <a:ext cx="4989443" cy="5375822"/>
              <a:chOff x="0" y="0"/>
              <a:chExt cx="812800" cy="87574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7574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75743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75743"/>
                    </a:lnTo>
                    <a:lnTo>
                      <a:pt x="0" y="875743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871" r="-3871"/>
                </a:stretch>
              </a:blipFill>
            </p:spPr>
          </p:sp>
        </p:grpSp>
        <p:grpSp>
          <p:nvGrpSpPr>
            <p:cNvPr id="8" name="Group 8"/>
            <p:cNvGrpSpPr/>
            <p:nvPr/>
          </p:nvGrpSpPr>
          <p:grpSpPr>
            <a:xfrm rot="131710">
              <a:off x="361861" y="5867729"/>
              <a:ext cx="3262795" cy="5375822"/>
              <a:chOff x="0" y="0"/>
              <a:chExt cx="812800" cy="133917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133917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3917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339179"/>
                    </a:lnTo>
                    <a:lnTo>
                      <a:pt x="0" y="1339179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2929" r="-2929"/>
                </a:stretch>
              </a:blipFill>
            </p:spPr>
          </p:sp>
        </p:grpSp>
        <p:grpSp>
          <p:nvGrpSpPr>
            <p:cNvPr id="10" name="Group 10"/>
            <p:cNvGrpSpPr/>
            <p:nvPr/>
          </p:nvGrpSpPr>
          <p:grpSpPr>
            <a:xfrm rot="131710">
              <a:off x="3844348" y="6001219"/>
              <a:ext cx="3262795" cy="5375822"/>
              <a:chOff x="0" y="0"/>
              <a:chExt cx="812800" cy="133917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133917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3917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339179"/>
                    </a:lnTo>
                    <a:lnTo>
                      <a:pt x="0" y="1339179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4886" r="-4886"/>
                </a:stretch>
              </a:blipFill>
            </p:spPr>
          </p:sp>
        </p:grpSp>
        <p:grpSp>
          <p:nvGrpSpPr>
            <p:cNvPr id="12" name="Group 12"/>
            <p:cNvGrpSpPr/>
            <p:nvPr/>
          </p:nvGrpSpPr>
          <p:grpSpPr>
            <a:xfrm rot="131710">
              <a:off x="7326836" y="6134709"/>
              <a:ext cx="3262795" cy="5375822"/>
              <a:chOff x="0" y="0"/>
              <a:chExt cx="812800" cy="133917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133917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33917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339179"/>
                    </a:lnTo>
                    <a:lnTo>
                      <a:pt x="0" y="1339179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4886" r="-4886"/>
                </a:stretch>
              </a:blipFill>
            </p:spPr>
          </p:sp>
        </p:grpSp>
      </p:grpSp>
      <p:sp>
        <p:nvSpPr>
          <p:cNvPr id="14" name="TextBox 14"/>
          <p:cNvSpPr txBox="1"/>
          <p:nvPr/>
        </p:nvSpPr>
        <p:spPr>
          <a:xfrm rot="-202183">
            <a:off x="-170314" y="3843254"/>
            <a:ext cx="8839120" cy="149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23"/>
              </a:lnSpc>
            </a:pPr>
            <a:r>
              <a:rPr lang="en-US" sz="1202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Examples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449800" y="9429750"/>
            <a:ext cx="152400" cy="1714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07106" y="1562411"/>
            <a:ext cx="8980894" cy="7144424"/>
            <a:chOff x="0" y="0"/>
            <a:chExt cx="102173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1730" cy="812800"/>
            </a:xfrm>
            <a:custGeom>
              <a:avLst/>
              <a:gdLst/>
              <a:ahLst/>
              <a:cxnLst/>
              <a:rect l="l" t="t" r="r" b="b"/>
              <a:pathLst>
                <a:path w="1021730" h="812800">
                  <a:moveTo>
                    <a:pt x="0" y="0"/>
                  </a:moveTo>
                  <a:lnTo>
                    <a:pt x="1021730" y="0"/>
                  </a:lnTo>
                  <a:lnTo>
                    <a:pt x="102173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9781" r="-19781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-181954" y="1019175"/>
            <a:ext cx="1865190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-181954" y="9248775"/>
            <a:ext cx="1865190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-5400000">
            <a:off x="-3602528" y="5519737"/>
            <a:ext cx="11049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-5400000">
            <a:off x="3105123" y="5519737"/>
            <a:ext cx="11049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2151440" y="1564058"/>
            <a:ext cx="5089900" cy="4381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40"/>
              </a:lnSpc>
            </a:pPr>
            <a:r>
              <a:rPr lang="en-US" sz="7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Convert to 3D Using </a:t>
            </a:r>
            <a:r>
              <a:rPr lang="en-US" sz="7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Hunyuan</a:t>
            </a:r>
            <a:r>
              <a:rPr lang="en-US" sz="7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3D, Rodin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49800" y="9429750"/>
            <a:ext cx="152400" cy="1714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8288006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923516"/>
            <a:ext cx="18287996" cy="2386113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7923516"/>
            <a:ext cx="12172950" cy="2386113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7923516"/>
            <a:ext cx="18287997" cy="238611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E615E-F9D5-5ADD-179D-1B4EE417F451}"/>
              </a:ext>
            </a:extLst>
          </p:cNvPr>
          <p:cNvSpPr txBox="1"/>
          <p:nvPr/>
        </p:nvSpPr>
        <p:spPr>
          <a:xfrm>
            <a:off x="1049571" y="8236456"/>
            <a:ext cx="10443108" cy="17388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https://studio.tripo3d.ai/</a:t>
            </a:r>
          </a:p>
        </p:txBody>
      </p:sp>
      <p:pic>
        <p:nvPicPr>
          <p:cNvPr id="2" name="Picture 1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7B73AC22-E327-6BAE-83CF-0930965E6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2" y="598559"/>
            <a:ext cx="16991324" cy="675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50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8288006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923516"/>
            <a:ext cx="18287996" cy="2386113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7923516"/>
            <a:ext cx="12172950" cy="2386113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7923516"/>
            <a:ext cx="18287997" cy="238611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04619-8CB1-D0E0-C320-0AB502181CFB}"/>
              </a:ext>
            </a:extLst>
          </p:cNvPr>
          <p:cNvSpPr txBox="1"/>
          <p:nvPr/>
        </p:nvSpPr>
        <p:spPr>
          <a:xfrm>
            <a:off x="1049571" y="8236456"/>
            <a:ext cx="10443108" cy="17388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https://hyper3d.ai/</a:t>
            </a:r>
          </a:p>
        </p:txBody>
      </p:sp>
      <p:pic>
        <p:nvPicPr>
          <p:cNvPr id="2" name="Picture 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F6A420D-780F-ABD2-B1B6-4E4D5612D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793" y="586248"/>
            <a:ext cx="13557342" cy="677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42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oup of statues of men&#10;&#10;AI-generated content may be incorrect.">
            <a:extLst>
              <a:ext uri="{FF2B5EF4-FFF2-40B4-BE49-F238E27FC236}">
                <a16:creationId xmlns:a16="http://schemas.microsoft.com/office/drawing/2014/main" id="{CAA4C4FF-8ECE-A1F2-64FC-8CA249E93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6" y="2796891"/>
            <a:ext cx="7891464" cy="55634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4EB585-C8D8-B9DE-E026-57C3AEED59B5}"/>
              </a:ext>
            </a:extLst>
          </p:cNvPr>
          <p:cNvSpPr txBox="1"/>
          <p:nvPr/>
        </p:nvSpPr>
        <p:spPr>
          <a:xfrm>
            <a:off x="10472736" y="4719600"/>
            <a:ext cx="6586537" cy="3681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bg1">
                    <a:alpha val="80000"/>
                  </a:schemeClr>
                </a:solidFill>
              </a:rPr>
              <a:t>https://lizhihao6.github.io/Sparc3D/</a:t>
            </a:r>
          </a:p>
        </p:txBody>
      </p:sp>
    </p:spTree>
    <p:extLst>
      <p:ext uri="{BB962C8B-B14F-4D97-AF65-F5344CB8AC3E}">
        <p14:creationId xmlns:p14="http://schemas.microsoft.com/office/powerpoint/2010/main" val="176138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D91DC9-9F09-249A-76C1-F24400BDCA5A}"/>
                  </a:ext>
                </a:extLst>
              </p14:cNvPr>
              <p14:cNvContentPartPr/>
              <p14:nvPr/>
            </p14:nvContentPartPr>
            <p14:xfrm>
              <a:off x="5618859" y="8695345"/>
              <a:ext cx="10682" cy="10682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D91DC9-9F09-249A-76C1-F24400BDCA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84759" y="8171927"/>
                <a:ext cx="1068200" cy="10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EAA01B-2B60-9951-45D2-30B70B55B626}"/>
                  </a:ext>
                </a:extLst>
              </p14:cNvPr>
              <p14:cNvContentPartPr/>
              <p14:nvPr/>
            </p14:nvContentPartPr>
            <p14:xfrm>
              <a:off x="10639514" y="5469308"/>
              <a:ext cx="10682" cy="10682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EAA01B-2B60-9951-45D2-30B70B55B6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05414" y="4945890"/>
                <a:ext cx="1068200" cy="10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80932A-6350-5EAD-E68D-2C0F5BD226D9}"/>
                  </a:ext>
                </a:extLst>
              </p14:cNvPr>
              <p14:cNvContentPartPr/>
              <p14:nvPr/>
            </p14:nvContentPartPr>
            <p14:xfrm>
              <a:off x="12167074" y="3396953"/>
              <a:ext cx="10682" cy="10682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80932A-6350-5EAD-E68D-2C0F5BD226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32974" y="2873535"/>
                <a:ext cx="1068200" cy="10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899BD3-69CB-EBDD-984C-677C011A5C44}"/>
                  </a:ext>
                </a:extLst>
              </p14:cNvPr>
              <p14:cNvContentPartPr/>
              <p14:nvPr/>
            </p14:nvContentPartPr>
            <p14:xfrm>
              <a:off x="12814460" y="7712579"/>
              <a:ext cx="10682" cy="10682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899BD3-69CB-EBDD-984C-677C011A5C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73375" y="7691642"/>
                <a:ext cx="92030" cy="52983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3FB489F-CB33-CCDC-D2B0-81C1D622E6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297641"/>
            <a:ext cx="18288000" cy="569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8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Two cartoon characters shaking hands&#10;&#10;AI-generated content may be incorrect.">
            <a:extLst>
              <a:ext uri="{FF2B5EF4-FFF2-40B4-BE49-F238E27FC236}">
                <a16:creationId xmlns:a16="http://schemas.microsoft.com/office/drawing/2014/main" id="{3A68F396-F2AE-0855-8F44-4A3D7404E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0" y="965200"/>
            <a:ext cx="8356599" cy="835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36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lose up of a toy&#10;&#10;AI-generated content may be incorrect.">
            <a:extLst>
              <a:ext uri="{FF2B5EF4-FFF2-40B4-BE49-F238E27FC236}">
                <a16:creationId xmlns:a16="http://schemas.microsoft.com/office/drawing/2014/main" id="{9C6D2E4B-354F-E738-1BE9-CFA179FF9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0" y="965200"/>
            <a:ext cx="8356599" cy="835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47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778109"/>
            <a:ext cx="8367994" cy="8730782"/>
            <a:chOff x="0" y="0"/>
            <a:chExt cx="2830655" cy="2953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0655" cy="2953376"/>
            </a:xfrm>
            <a:custGeom>
              <a:avLst/>
              <a:gdLst/>
              <a:ahLst/>
              <a:cxnLst/>
              <a:rect l="l" t="t" r="r" b="b"/>
              <a:pathLst>
                <a:path w="2830655" h="2953376">
                  <a:moveTo>
                    <a:pt x="0" y="0"/>
                  </a:moveTo>
                  <a:lnTo>
                    <a:pt x="2830655" y="0"/>
                  </a:lnTo>
                  <a:lnTo>
                    <a:pt x="2830655" y="2953376"/>
                  </a:lnTo>
                  <a:lnTo>
                    <a:pt x="0" y="2953376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303495" y="4109683"/>
            <a:ext cx="7955805" cy="1953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Pay around in the settings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76006" y="778109"/>
            <a:ext cx="8367994" cy="4317766"/>
            <a:chOff x="0" y="0"/>
            <a:chExt cx="1575237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5237" cy="812800"/>
            </a:xfrm>
            <a:custGeom>
              <a:avLst/>
              <a:gdLst/>
              <a:ahLst/>
              <a:cxnLst/>
              <a:rect l="l" t="t" r="r" b="b"/>
              <a:pathLst>
                <a:path w="1575237" h="812800">
                  <a:moveTo>
                    <a:pt x="0" y="0"/>
                  </a:moveTo>
                  <a:lnTo>
                    <a:pt x="1575237" y="0"/>
                  </a:lnTo>
                  <a:lnTo>
                    <a:pt x="157523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12138" b="-1213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776006" y="5191125"/>
            <a:ext cx="8367994" cy="4317766"/>
            <a:chOff x="0" y="0"/>
            <a:chExt cx="1575237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5237" cy="812800"/>
            </a:xfrm>
            <a:custGeom>
              <a:avLst/>
              <a:gdLst/>
              <a:ahLst/>
              <a:cxnLst/>
              <a:rect l="l" t="t" r="r" b="b"/>
              <a:pathLst>
                <a:path w="1575237" h="812800">
                  <a:moveTo>
                    <a:pt x="0" y="0"/>
                  </a:moveTo>
                  <a:lnTo>
                    <a:pt x="1575237" y="0"/>
                  </a:lnTo>
                  <a:lnTo>
                    <a:pt x="157523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9231" b="-923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7449800" y="9429750"/>
            <a:ext cx="152400" cy="1714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1000" y="2748616"/>
            <a:ext cx="6780980" cy="4789768"/>
            <a:chOff x="0" y="0"/>
            <a:chExt cx="115069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0699" cy="812800"/>
            </a:xfrm>
            <a:custGeom>
              <a:avLst/>
              <a:gdLst/>
              <a:ahLst/>
              <a:cxnLst/>
              <a:rect l="l" t="t" r="r" b="b"/>
              <a:pathLst>
                <a:path w="1150699" h="812800">
                  <a:moveTo>
                    <a:pt x="0" y="0"/>
                  </a:moveTo>
                  <a:lnTo>
                    <a:pt x="1150699" y="0"/>
                  </a:lnTo>
                  <a:lnTo>
                    <a:pt x="115069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27361" b="-27361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115469" y="2770329"/>
            <a:ext cx="5282084" cy="4768056"/>
          </a:xfrm>
          <a:custGeom>
            <a:avLst/>
            <a:gdLst/>
            <a:ahLst/>
            <a:cxnLst/>
            <a:rect l="l" t="t" r="r" b="b"/>
            <a:pathLst>
              <a:path w="5282084" h="4768056">
                <a:moveTo>
                  <a:pt x="0" y="0"/>
                </a:moveTo>
                <a:lnTo>
                  <a:pt x="5282084" y="0"/>
                </a:lnTo>
                <a:lnTo>
                  <a:pt x="5282084" y="4768055"/>
                </a:lnTo>
                <a:lnTo>
                  <a:pt x="0" y="4768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62964" y="918615"/>
            <a:ext cx="14962072" cy="96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 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46445" y="8552789"/>
            <a:ext cx="13195109" cy="405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Nice resin print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49800" y="9429750"/>
            <a:ext cx="152400" cy="1714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419850" cy="10287000"/>
          </a:xfrm>
          <a:prstGeom prst="rect">
            <a:avLst/>
          </a:prstGeom>
          <a:solidFill>
            <a:srgbClr val="060607"/>
          </a:solidFill>
        </p:spPr>
      </p:sp>
      <p:grpSp>
        <p:nvGrpSpPr>
          <p:cNvPr id="3" name="Group 3"/>
          <p:cNvGrpSpPr/>
          <p:nvPr/>
        </p:nvGrpSpPr>
        <p:grpSpPr>
          <a:xfrm>
            <a:off x="676940" y="1091235"/>
            <a:ext cx="13572928" cy="8229600"/>
            <a:chOff x="0" y="0"/>
            <a:chExt cx="1340536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40536" cy="812800"/>
            </a:xfrm>
            <a:custGeom>
              <a:avLst/>
              <a:gdLst/>
              <a:ahLst/>
              <a:cxnLst/>
              <a:rect l="l" t="t" r="r" b="b"/>
              <a:pathLst>
                <a:path w="1340536" h="812800">
                  <a:moveTo>
                    <a:pt x="0" y="0"/>
                  </a:moveTo>
                  <a:lnTo>
                    <a:pt x="1340536" y="0"/>
                  </a:lnTo>
                  <a:lnTo>
                    <a:pt x="134053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420" r="-3420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1621307" y="245806"/>
            <a:ext cx="3841153" cy="51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</a:pPr>
            <a:r>
              <a:rPr lang="en-US" sz="3000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Issues Island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449800" y="9429750"/>
            <a:ext cx="152400" cy="1714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839"/>
              </a:lnSpc>
              <a:spcBef>
                <a:spcPct val="0"/>
              </a:spcBef>
            </a:pPr>
            <a:r>
              <a:rPr lang="en-US" sz="6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5A6F3F-53BC-7671-B0D6-FE140779C500}"/>
                  </a:ext>
                </a:extLst>
              </p14:cNvPr>
              <p14:cNvContentPartPr/>
              <p14:nvPr/>
            </p14:nvContentPartPr>
            <p14:xfrm>
              <a:off x="13718610" y="4826814"/>
              <a:ext cx="1044249" cy="289979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5A6F3F-53BC-7671-B0D6-FE140779C5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00978" y="4808825"/>
                <a:ext cx="1079873" cy="325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D9C5D81-F9FE-28F8-E9B0-3C81BB6EF905}"/>
                  </a:ext>
                </a:extLst>
              </p14:cNvPr>
              <p14:cNvContentPartPr/>
              <p14:nvPr/>
            </p14:nvContentPartPr>
            <p14:xfrm>
              <a:off x="13609177" y="4593364"/>
              <a:ext cx="103718" cy="367632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D9C5D81-F9FE-28F8-E9B0-3C81BB6EF9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91592" y="4575738"/>
                <a:ext cx="139248" cy="403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F4FE54A-5ECF-6CDD-E6B8-8C2485D212CD}"/>
                  </a:ext>
                </a:extLst>
              </p14:cNvPr>
              <p14:cNvContentPartPr/>
              <p14:nvPr/>
            </p14:nvContentPartPr>
            <p14:xfrm>
              <a:off x="13619860" y="4604046"/>
              <a:ext cx="139688" cy="319116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F4FE54A-5ECF-6CDD-E6B8-8C2485D212C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601905" y="4586057"/>
                <a:ext cx="175238" cy="354733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1E772BF-7D89-0F65-F493-52E26BF8B45A}"/>
              </a:ext>
            </a:extLst>
          </p:cNvPr>
          <p:cNvSpPr txBox="1"/>
          <p:nvPr/>
        </p:nvSpPr>
        <p:spPr>
          <a:xfrm>
            <a:off x="14923093" y="1591653"/>
            <a:ext cx="33435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Use </a:t>
            </a:r>
            <a:r>
              <a:rPr lang="en-US" dirty="0" err="1">
                <a:ea typeface="Calibri"/>
                <a:cs typeface="Calibri"/>
              </a:rPr>
              <a:t>uvtools</a:t>
            </a:r>
            <a:r>
              <a:rPr lang="en-US" dirty="0">
                <a:ea typeface="Calibri"/>
                <a:cs typeface="Calibri"/>
              </a:rPr>
              <a:t> or another slicer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10F7D15-D7E6-5152-B16F-4DCDCE5AEECA}"/>
                  </a:ext>
                </a:extLst>
              </p14:cNvPr>
              <p14:cNvContentPartPr/>
              <p14:nvPr/>
            </p14:nvContentPartPr>
            <p14:xfrm>
              <a:off x="16853305" y="5693635"/>
              <a:ext cx="24638" cy="22334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10F7D15-D7E6-5152-B16F-4DCDCE5AEEC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835451" y="5675910"/>
                <a:ext cx="59988" cy="5743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05D939-00C4-4F2E-9797-3170DD04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E4E44-1403-472B-8C01-D354CB8F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85299" y="720090"/>
            <a:ext cx="8187183" cy="8846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No description available.">
            <a:extLst>
              <a:ext uri="{FF2B5EF4-FFF2-40B4-BE49-F238E27FC236}">
                <a16:creationId xmlns:a16="http://schemas.microsoft.com/office/drawing/2014/main" id="{39A08A6F-1FA4-679D-F287-42CCBED5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45" r="1" b="40641"/>
          <a:stretch>
            <a:fillRect/>
          </a:stretch>
        </p:blipFill>
        <p:spPr>
          <a:xfrm>
            <a:off x="9631552" y="965200"/>
            <a:ext cx="7694676" cy="83565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3CCE40-4C5F-42D3-86D9-7892AD1E9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8187181" cy="8846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No description available.">
            <a:extLst>
              <a:ext uri="{FF2B5EF4-FFF2-40B4-BE49-F238E27FC236}">
                <a16:creationId xmlns:a16="http://schemas.microsoft.com/office/drawing/2014/main" id="{210D5D5B-D77D-1AE4-0CD4-BFFF31CD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2" r="1" b="38260"/>
          <a:stretch>
            <a:fillRect/>
          </a:stretch>
        </p:blipFill>
        <p:spPr>
          <a:xfrm>
            <a:off x="961770" y="965200"/>
            <a:ext cx="7694676" cy="835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2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2A3AC89EB26B409CF2EA19ED35365D" ma:contentTypeVersion="3" ma:contentTypeDescription="Create a new document." ma:contentTypeScope="" ma:versionID="488c0f9ba9301545d79b151ecca6f6d5">
  <xsd:schema xmlns:xsd="http://www.w3.org/2001/XMLSchema" xmlns:xs="http://www.w3.org/2001/XMLSchema" xmlns:p="http://schemas.microsoft.com/office/2006/metadata/properties" xmlns:ns2="580971ee-496a-4600-aada-c218218877fb" targetNamespace="http://schemas.microsoft.com/office/2006/metadata/properties" ma:root="true" ma:fieldsID="fea6a21ffd63932f2cfedcc3613e17b7" ns2:_="">
    <xsd:import namespace="580971ee-496a-4600-aada-c21821887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0971ee-496a-4600-aada-c21821887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554344-9AB4-4105-98D1-27E4C06499D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6BACE19-B7BC-4000-93F6-464AAE07D6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FF8B72-0B4F-43FA-B1D5-2636424C6DE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 figuring using AI for 3D printing</dc:title>
  <cp:revision>48</cp:revision>
  <dcterms:created xsi:type="dcterms:W3CDTF">2006-08-16T00:00:00Z</dcterms:created>
  <dcterms:modified xsi:type="dcterms:W3CDTF">2025-06-17T00:08:07Z</dcterms:modified>
  <dc:identifier>DAGqDtx2lyg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0x010100052A3AC89EB26B409CF2EA19ED35365D</vt:lpwstr>
  </property>
</Properties>
</file>